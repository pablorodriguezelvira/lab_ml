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38p3KQtHrYv8r7RTtItzOn8hB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826921f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c826921f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c826921f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d8cd4f1e7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cd8cd4f1e7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g3cd8cd4f1e7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c8f8a97c50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c8f8a97c50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g3c8f8a97c50_1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826921fb3_0_0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c826921fb3_0_0"/>
          <p:cNvSpPr/>
          <p:nvPr/>
        </p:nvSpPr>
        <p:spPr>
          <a:xfrm>
            <a:off x="548640" y="10515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4th ML Lab Session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c826921fb3_0_0"/>
          <p:cNvSpPr/>
          <p:nvPr/>
        </p:nvSpPr>
        <p:spPr>
          <a:xfrm>
            <a:off x="548640" y="187452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Preprocessing • scikit‑learn pipeline • Regularization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c826921fb3_0_0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3c826921fb3_0_0"/>
          <p:cNvSpPr/>
          <p:nvPr/>
        </p:nvSpPr>
        <p:spPr>
          <a:xfrm>
            <a:off x="548640" y="6638544"/>
            <a:ext cx="1109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Lab overview slides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351215" y="1828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What we’ll do</a:t>
            </a:r>
            <a:endParaRPr b="1" i="0" sz="30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48650" y="1325875"/>
            <a:ext cx="11094300" cy="302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50" y="1325875"/>
            <a:ext cx="135600" cy="3023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7724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ml04-biasvariance.ipynb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025250" y="2107475"/>
            <a:ext cx="101415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synthetic dataset with correlated features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study linear regression behavior.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Visualize the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MSE loss surface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parameter space (w_1, w_2).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Ridge shrinkage paths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regularization increases.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1827"/>
              </a:buClr>
              <a:buSzPts val="25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Monte Carlo simulations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observe prediction variability.</a:t>
            </a:r>
            <a:endParaRPr b="0" i="0" sz="2500" u="none" cap="none" strike="noStrike">
              <a:solidFill>
                <a:srgbClr val="1118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4839313" y="5061076"/>
            <a:ext cx="34851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/>
              <a:t>https://shorturl.at/imi4h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594" y="4946338"/>
            <a:ext cx="876726" cy="78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d8cd4f1e7_0_3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cd8cd4f1e7_0_3"/>
          <p:cNvSpPr/>
          <p:nvPr/>
        </p:nvSpPr>
        <p:spPr>
          <a:xfrm>
            <a:off x="8351215" y="18288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cd8cd4f1e7_0_3"/>
          <p:cNvSpPr/>
          <p:nvPr/>
        </p:nvSpPr>
        <p:spPr>
          <a:xfrm>
            <a:off x="548640" y="54864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Exerci</a:t>
            </a:r>
            <a:r>
              <a:rPr b="1" lang="en-US" sz="3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cd8cd4f1e7_0_3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g3cd8cd4f1e7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776" y="1624422"/>
            <a:ext cx="11358451" cy="4450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8f8a97c50_1_55"/>
          <p:cNvSpPr/>
          <p:nvPr/>
        </p:nvSpPr>
        <p:spPr>
          <a:xfrm>
            <a:off x="0" y="0"/>
            <a:ext cx="12191700" cy="2013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c8f8a97c50_1_55"/>
          <p:cNvSpPr/>
          <p:nvPr/>
        </p:nvSpPr>
        <p:spPr>
          <a:xfrm>
            <a:off x="8351215" y="18288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c8f8a97c50_1_55"/>
          <p:cNvSpPr/>
          <p:nvPr/>
        </p:nvSpPr>
        <p:spPr>
          <a:xfrm>
            <a:off x="548640" y="548640"/>
            <a:ext cx="1109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Exerci</a:t>
            </a:r>
            <a:r>
              <a:rPr b="1" lang="en-US" sz="30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30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c8f8a97c50_1_55"/>
          <p:cNvSpPr/>
          <p:nvPr/>
        </p:nvSpPr>
        <p:spPr>
          <a:xfrm>
            <a:off x="0" y="6601968"/>
            <a:ext cx="12191700" cy="25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g3c8f8a97c50_1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42790"/>
            <a:ext cx="11887202" cy="44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2026-02-13T08:39:30Z</dcterms:created>
  <dc:creator>PptxGenJS</dc:creator>
</cp:coreProperties>
</file>