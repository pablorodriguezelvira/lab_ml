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jhKgOXICiKBh54DXHFfYTC/oD5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826921f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826921f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c826921f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826921fb3_0_0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c826921fb3_0_0"/>
          <p:cNvSpPr/>
          <p:nvPr/>
        </p:nvSpPr>
        <p:spPr>
          <a:xfrm>
            <a:off x="548640" y="10515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5th ML Lab Session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c826921fb3_0_0"/>
          <p:cNvSpPr/>
          <p:nvPr/>
        </p:nvSpPr>
        <p:spPr>
          <a:xfrm>
            <a:off x="548640" y="187452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Imbalance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c826921fb3_0_0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c826921fb3_0_0"/>
          <p:cNvSpPr/>
          <p:nvPr/>
        </p:nvSpPr>
        <p:spPr>
          <a:xfrm>
            <a:off x="548640" y="6638544"/>
            <a:ext cx="1109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 overview slides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351215" y="1828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we’ll do</a:t>
            </a:r>
            <a:endParaRPr b="1" i="0" sz="3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50" y="1325875"/>
            <a:ext cx="11094300" cy="302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50" y="1325875"/>
            <a:ext cx="135600" cy="3023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7724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ml05-metrics.ipynb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25250" y="1958225"/>
            <a:ext cx="101415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 problem and metrics definitions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Probabilistic classifiers: ROC curve and AUC.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I distinguish classes?</a:t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Precision-Recall curve.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I predict positive, am I correct?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 the context of class imbalance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4839313" y="5061076"/>
            <a:ext cx="34851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/>
              <a:t>https://shorturl.at/P9Hef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594" y="4946338"/>
            <a:ext cx="876726" cy="78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2026-02-13T08:39:30Z</dcterms:created>
  <dc:creator>PptxGenJS</dc:creator>
</cp:coreProperties>
</file>