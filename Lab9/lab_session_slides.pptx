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jmxzGFJQw2tDdOsJtgA7rLFFfA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c826921fb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c826921fb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g3c826921fb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d1e99509e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g3d1e99509e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" name="Google Shape;24;g3d1e99509e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f28f30434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g3f28f30434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" name="Google Shape;39;g3f28f30434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c826921fb3_0_0"/>
          <p:cNvSpPr/>
          <p:nvPr/>
        </p:nvSpPr>
        <p:spPr>
          <a:xfrm>
            <a:off x="0" y="0"/>
            <a:ext cx="12191700" cy="2013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g3c826921fb3_0_0"/>
          <p:cNvSpPr/>
          <p:nvPr/>
        </p:nvSpPr>
        <p:spPr>
          <a:xfrm>
            <a:off x="548640" y="10515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9th ML Lab Session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c826921fb3_0_0"/>
          <p:cNvSpPr/>
          <p:nvPr/>
        </p:nvSpPr>
        <p:spPr>
          <a:xfrm>
            <a:off x="548640" y="1874520"/>
            <a:ext cx="11094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Hyperparameter optimization + linear regression and random forest + exercise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g3c826921fb3_0_0"/>
          <p:cNvSpPr/>
          <p:nvPr/>
        </p:nvSpPr>
        <p:spPr>
          <a:xfrm>
            <a:off x="0" y="6601968"/>
            <a:ext cx="12191700" cy="25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g3c826921fb3_0_0"/>
          <p:cNvSpPr/>
          <p:nvPr/>
        </p:nvSpPr>
        <p:spPr>
          <a:xfrm>
            <a:off x="548640" y="6638544"/>
            <a:ext cx="11094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Lab overview slides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d1e99509e0_0_0"/>
          <p:cNvSpPr/>
          <p:nvPr/>
        </p:nvSpPr>
        <p:spPr>
          <a:xfrm>
            <a:off x="0" y="0"/>
            <a:ext cx="12191700" cy="2013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g3d1e99509e0_0_0"/>
          <p:cNvSpPr/>
          <p:nvPr/>
        </p:nvSpPr>
        <p:spPr>
          <a:xfrm>
            <a:off x="8351215" y="18288"/>
            <a:ext cx="3657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g3d1e99509e0_0_0"/>
          <p:cNvSpPr/>
          <p:nvPr/>
        </p:nvSpPr>
        <p:spPr>
          <a:xfrm>
            <a:off x="548640" y="548640"/>
            <a:ext cx="11094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What we’ll do</a:t>
            </a:r>
            <a:endParaRPr b="1" i="0" sz="3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g3d1e99509e0_0_0"/>
          <p:cNvSpPr/>
          <p:nvPr/>
        </p:nvSpPr>
        <p:spPr>
          <a:xfrm>
            <a:off x="548650" y="1325875"/>
            <a:ext cx="11094300" cy="3156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g3d1e99509e0_0_0"/>
          <p:cNvSpPr/>
          <p:nvPr/>
        </p:nvSpPr>
        <p:spPr>
          <a:xfrm>
            <a:off x="548650" y="1325875"/>
            <a:ext cx="135600" cy="31563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g3d1e99509e0_0_0"/>
          <p:cNvSpPr/>
          <p:nvPr/>
        </p:nvSpPr>
        <p:spPr>
          <a:xfrm>
            <a:off x="777240" y="146304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ml09-hyperparam-opt.ipynb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g3d1e99509e0_0_0"/>
          <p:cNvSpPr/>
          <p:nvPr/>
        </p:nvSpPr>
        <p:spPr>
          <a:xfrm>
            <a:off x="1025250" y="1958225"/>
            <a:ext cx="10141500" cy="22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25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</a:rPr>
              <a:t>Introduces </a:t>
            </a:r>
            <a:r>
              <a:rPr b="1" lang="en-US" sz="1800">
                <a:solidFill>
                  <a:schemeClr val="dk1"/>
                </a:solidFill>
              </a:rPr>
              <a:t>hyperparameter optimization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25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</a:rPr>
              <a:t>Reviews </a:t>
            </a:r>
            <a:r>
              <a:rPr b="1" lang="en-US" sz="1800">
                <a:solidFill>
                  <a:schemeClr val="dk1"/>
                </a:solidFill>
              </a:rPr>
              <a:t>ElasticNet</a:t>
            </a:r>
            <a:r>
              <a:rPr lang="en-US" sz="1800">
                <a:solidFill>
                  <a:schemeClr val="dk1"/>
                </a:solidFill>
              </a:rPr>
              <a:t> regularization.</a:t>
            </a:r>
            <a:endParaRPr sz="18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25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</a:rPr>
              <a:t>Compares </a:t>
            </a:r>
            <a:r>
              <a:rPr b="1" lang="en-US" sz="1800">
                <a:solidFill>
                  <a:schemeClr val="dk1"/>
                </a:solidFill>
              </a:rPr>
              <a:t>grid</a:t>
            </a:r>
            <a:r>
              <a:rPr lang="en-US" sz="1800">
                <a:solidFill>
                  <a:schemeClr val="dk1"/>
                </a:solidFill>
              </a:rPr>
              <a:t> search and </a:t>
            </a:r>
            <a:r>
              <a:rPr b="1" lang="en-US" sz="1800">
                <a:solidFill>
                  <a:schemeClr val="dk1"/>
                </a:solidFill>
              </a:rPr>
              <a:t>random</a:t>
            </a:r>
            <a:r>
              <a:rPr lang="en-US" sz="1800">
                <a:solidFill>
                  <a:schemeClr val="dk1"/>
                </a:solidFill>
              </a:rPr>
              <a:t> search.</a:t>
            </a:r>
            <a:endParaRPr sz="18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25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</a:rPr>
              <a:t>Uses </a:t>
            </a:r>
            <a:r>
              <a:rPr b="1" lang="en-US" sz="1800">
                <a:solidFill>
                  <a:schemeClr val="dk1"/>
                </a:solidFill>
              </a:rPr>
              <a:t>Optuna</a:t>
            </a:r>
            <a:r>
              <a:rPr lang="en-US" sz="1800">
                <a:solidFill>
                  <a:schemeClr val="dk1"/>
                </a:solidFill>
              </a:rPr>
              <a:t> for smarter hyperparameter search.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3" name="Google Shape;33;g3d1e99509e0_0_0"/>
          <p:cNvSpPr/>
          <p:nvPr/>
        </p:nvSpPr>
        <p:spPr>
          <a:xfrm>
            <a:off x="0" y="6601968"/>
            <a:ext cx="12191700" cy="25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g3d1e99509e0_0_0"/>
          <p:cNvSpPr txBox="1"/>
          <p:nvPr/>
        </p:nvSpPr>
        <p:spPr>
          <a:xfrm>
            <a:off x="2940750" y="5521100"/>
            <a:ext cx="63105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4100">
                <a:solidFill>
                  <a:schemeClr val="dk1"/>
                </a:solidFill>
              </a:rPr>
              <a:t>https://shorturl.at/sTHWM</a:t>
            </a:r>
            <a:endParaRPr b="0" i="0" sz="41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" name="Google Shape;35;g3d1e99509e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7632" y="4737525"/>
            <a:ext cx="876726" cy="783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f28f304344_0_0"/>
          <p:cNvSpPr/>
          <p:nvPr/>
        </p:nvSpPr>
        <p:spPr>
          <a:xfrm>
            <a:off x="0" y="0"/>
            <a:ext cx="12191700" cy="2013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3f28f304344_0_0"/>
          <p:cNvSpPr/>
          <p:nvPr/>
        </p:nvSpPr>
        <p:spPr>
          <a:xfrm>
            <a:off x="8351215" y="18288"/>
            <a:ext cx="3657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g3f28f304344_0_0"/>
          <p:cNvSpPr/>
          <p:nvPr/>
        </p:nvSpPr>
        <p:spPr>
          <a:xfrm>
            <a:off x="548640" y="548640"/>
            <a:ext cx="11094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What we’ll do</a:t>
            </a:r>
            <a:endParaRPr b="1" i="0" sz="3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g3f28f304344_0_0"/>
          <p:cNvSpPr/>
          <p:nvPr/>
        </p:nvSpPr>
        <p:spPr>
          <a:xfrm>
            <a:off x="548650" y="1325875"/>
            <a:ext cx="11094300" cy="3156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g3f28f304344_0_0"/>
          <p:cNvSpPr/>
          <p:nvPr/>
        </p:nvSpPr>
        <p:spPr>
          <a:xfrm>
            <a:off x="548650" y="1325875"/>
            <a:ext cx="135600" cy="31563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g3f28f304344_0_0"/>
          <p:cNvSpPr/>
          <p:nvPr/>
        </p:nvSpPr>
        <p:spPr>
          <a:xfrm>
            <a:off x="777240" y="146304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ml09-rf-opt.ipynb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g3f28f304344_0_0"/>
          <p:cNvSpPr/>
          <p:nvPr/>
        </p:nvSpPr>
        <p:spPr>
          <a:xfrm>
            <a:off x="1025250" y="1958225"/>
            <a:ext cx="10141500" cy="22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25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</a:rPr>
              <a:t>Applies hyperparameter optimization to </a:t>
            </a:r>
            <a:r>
              <a:rPr b="1" lang="en-US" sz="1800">
                <a:solidFill>
                  <a:schemeClr val="dk1"/>
                </a:solidFill>
              </a:rPr>
              <a:t>Random Forests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25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</a:rPr>
              <a:t>Uses </a:t>
            </a:r>
            <a:r>
              <a:rPr b="1" lang="en-US" sz="1800">
                <a:solidFill>
                  <a:schemeClr val="dk1"/>
                </a:solidFill>
              </a:rPr>
              <a:t>OOB</a:t>
            </a:r>
            <a:r>
              <a:rPr lang="en-US" sz="1800">
                <a:solidFill>
                  <a:schemeClr val="dk1"/>
                </a:solidFill>
              </a:rPr>
              <a:t> score as a v</a:t>
            </a:r>
            <a:r>
              <a:rPr lang="en-US" sz="1800">
                <a:solidFill>
                  <a:schemeClr val="dk1"/>
                </a:solidFill>
              </a:rPr>
              <a:t>al</a:t>
            </a:r>
            <a:r>
              <a:rPr lang="en-US" sz="1800">
                <a:solidFill>
                  <a:schemeClr val="dk1"/>
                </a:solidFill>
              </a:rPr>
              <a:t>idation criterion.</a:t>
            </a:r>
            <a:endParaRPr sz="18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25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</a:rPr>
              <a:t>Explores </a:t>
            </a:r>
            <a:r>
              <a:rPr b="1" lang="en-US" sz="1800">
                <a:solidFill>
                  <a:schemeClr val="dk1"/>
                </a:solidFill>
              </a:rPr>
              <a:t>Optuna trials</a:t>
            </a:r>
            <a:r>
              <a:rPr lang="en-US" sz="1800">
                <a:solidFill>
                  <a:schemeClr val="dk1"/>
                </a:solidFill>
              </a:rPr>
              <a:t> and search spaces.</a:t>
            </a:r>
            <a:endParaRPr sz="18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25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</a:rPr>
              <a:t>Discusses proper train/test usage for model selection.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8" name="Google Shape;48;g3f28f304344_0_0"/>
          <p:cNvSpPr/>
          <p:nvPr/>
        </p:nvSpPr>
        <p:spPr>
          <a:xfrm>
            <a:off x="0" y="6601968"/>
            <a:ext cx="12191700" cy="25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" name="Google Shape;49;g3f28f30434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7632" y="4737525"/>
            <a:ext cx="876726" cy="783574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g3f28f304344_0_0"/>
          <p:cNvSpPr txBox="1"/>
          <p:nvPr/>
        </p:nvSpPr>
        <p:spPr>
          <a:xfrm>
            <a:off x="2940750" y="5521100"/>
            <a:ext cx="63105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4100">
                <a:solidFill>
                  <a:schemeClr val="dk1"/>
                </a:solidFill>
              </a:rPr>
              <a:t>https://shorturl.at/sTHWM</a:t>
            </a:r>
            <a:endParaRPr b="0" i="0" sz="41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2026-02-13T08:39:30Z</dcterms:created>
  <dc:creator>PptxGenJS</dc:creator>
</cp:coreProperties>
</file>